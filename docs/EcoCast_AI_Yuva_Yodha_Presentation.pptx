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9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9530"/>
                </a:solidFill>
              </a:defRPr>
            </a:pPr>
            <a:r>
              <a:t>SCHNEIDER ELECTRIC YUVA YODHA ENERGY TECH HACKATHON 2026</a:t>
            </a:r>
          </a:p>
          <a:p>
            <a:pPr>
              <a:spcBef>
                <a:spcPts val="1000"/>
              </a:spcBef>
              <a:defRPr sz="4600" b="1">
                <a:solidFill>
                  <a:srgbClr val="0F172A"/>
                </a:solidFill>
              </a:defRPr>
            </a:pPr>
            <a:r>
              <a:t>EcoCast AI</a:t>
            </a:r>
          </a:p>
          <a:p>
            <a:pPr>
              <a:spcBef>
                <a:spcPts val="800"/>
              </a:spcBef>
              <a:defRPr sz="1800" b="1">
                <a:solidFill>
                  <a:srgbClr val="2563EB"/>
                </a:solidFill>
              </a:defRPr>
            </a:pPr>
            <a:r>
              <a:t>Production-Aware AI Digital Twin &amp; Tariff-Synchronized Melting Optimizer for MSME Foundries</a:t>
            </a:r>
          </a:p>
          <a:p>
            <a:pPr>
              <a:spcBef>
                <a:spcPts val="1800"/>
              </a:spcBef>
              <a:defRPr sz="1300">
                <a:solidFill>
                  <a:srgbClr val="475569"/>
                </a:solidFill>
              </a:defRPr>
            </a:pPr>
            <a:r>
              <a:t>Challenge 4: Smart Manufacturing — Industrial Energy &amp; Process Efficiency</a:t>
            </a:r>
            <a:br/>
            <a:r>
              <a:t>Operational Benchmark: Kolhapur MSME Foundry Cluster, Maharashtra, India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389120"/>
            <a:ext cx="1033272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9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480560"/>
            <a:ext cx="9966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530"/>
                </a:solidFill>
              </a:defRPr>
            </a:pPr>
            <a:r>
              <a:t>PROJECT TEAM (INDIAN INSTITUTE OF PETROLEUM AND ENERGY)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• Deepak R (Team Lead) — Systems Architect &amp; Edge Developer | Full-Stack IoT, 3D Digital Twin, Modbus-TCP Ingestion</a:t>
            </a:r>
          </a:p>
          <a:p>
            <a:pPr>
              <a:spcBef>
                <a:spcPts val="300"/>
              </a:spcBef>
              <a:defRPr sz="1200" b="1">
                <a:solidFill>
                  <a:srgbClr val="0F172A"/>
                </a:solidFill>
              </a:defRPr>
            </a:pPr>
            <a:r>
              <a:t>• Saranya Dutta (Team Member) — Chemical Process Engineer | Roll: 23CH10028 | saranyadutta@iipe.ac.in | Thermodynamics, Energy Balances &amp; EU CBAM/BEE Modeling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530"/>
                </a:solidFill>
              </a:defRPr>
            </a:pPr>
            <a:r>
              <a:t>SCHNEIDER ELECTRIC YUVA YODHA 2026 • CHALLENGE 4: SMART MANUFACTURING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Problem: Decision-Level Energy Waste in India's MSME Foundries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93776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480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The 'Giant Boiling Kettle' Dilemma</a:t>
            </a:r>
          </a:p>
          <a:p>
            <a:pPr>
              <a:spcBef>
                <a:spcPts val="200"/>
              </a:spcBef>
              <a:defRPr sz="1000" b="1">
                <a:solidFill>
                  <a:srgbClr val="009530"/>
                </a:solidFill>
              </a:defRPr>
            </a:pPr>
            <a:r>
              <a:t>KOLHAPUR CLUSTER BASELINE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Simple Analogy: Melting metal is like boiling a giant 500 kW water kettle. If you reach boiling point but keep it on full flame waiting for cups, power is pure waste!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The Kolhapur Reality: 300+ MSME foundries melt 600,000 MT/year of automotive castings.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Huge Electricity Bill: Energy accounts for 30–50% of total plant manufacturing cost. Induction furnaces consume over 70% of total factory power.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High Baseline Consumption: Indian MSMEs average 780–900 kWh/tonne vs 550 kWh/tonne global best practice.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Core Bottleneck: It is not old equipment—it is a human decision gap! Shopfloor crews lack real-time digital sync between melting and ladle pouring.</a:t>
            </a:r>
          </a:p>
        </p:txBody>
      </p:sp>
      <p:pic>
        <p:nvPicPr>
          <p:cNvPr id="7" name="Picture 6" descr="fig1_problem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4864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530"/>
                </a:solidFill>
              </a:defRPr>
            </a:pPr>
            <a:r>
              <a:t>SCHNEIDER ELECTRIC YUVA YODHA 2026 • CHALLENGE 4: SMART MANUFACTURING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Why It Matters Now: Single-Digit Margins &amp; EU CBAM Carbon Tariffs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1. Thin Profit Margins (4%–8%)</a:t>
            </a:r>
          </a:p>
          <a:p>
            <a:pPr>
              <a:spcBef>
                <a:spcPts val="200"/>
              </a:spcBef>
              <a:defRPr sz="1000" b="1">
                <a:solidFill>
                  <a:srgbClr val="009530"/>
                </a:solidFill>
              </a:defRPr>
            </a:pPr>
            <a:r>
              <a:t>FINANCIAL VIABILITY CRISIS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Severe Profit Sensitivity: Electricity is billed at ₹8.50/kWh on average. Power bills equal up to 19% of total foundry revenue.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Doubling Operating Profits: Because margins are razor thin, saving just 10% on furnace power directly doubles the owner's net profit margin!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Payback Speed: Energy intelligence software pays for itself in under 6 months without requiring expensive furnace replacements.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Demand Penalties: Missing peak tariff limits triggers severe MSEDCL penalty surcharges of ₹1.50/kWh on maximum demand.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The 2026 EU CBAM Export Crisis</a:t>
            </a:r>
          </a:p>
          <a:p>
            <a:pPr>
              <a:spcBef>
                <a:spcPts val="200"/>
              </a:spcBef>
              <a:defRPr sz="1000" b="1">
                <a:solidFill>
                  <a:srgbClr val="009530"/>
                </a:solidFill>
              </a:defRPr>
            </a:pPr>
            <a:r>
              <a:t>GLOBAL MARKET ACCESS RISK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Export Dependency: Nearly 30% of Kolhapur's precision castings are exported to the European Union and USA.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Full CBAM Enforcement in 2026: European buyers must pay carbon penalties on high-emission imported steel and iron.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Indian Carbon Gap: Average Indian casting emits ~2.1 tCO2/t, far exceeding the EU 1.50 tCO2/t benchmark.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Direct Penalty Risk: Without verifiable carbon audits, Indian MSMEs face up to €79.68/tCO2 in tariffs (~₹7,450 per tonne).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Immediate Need: Automated, certified Scope 2 carbon passports are now mandatory for survival.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530"/>
                </a:solidFill>
              </a:defRPr>
            </a:pPr>
            <a:r>
              <a:t>SCHNEIDER ELECTRIC YUVA YODHA 2026 • CHALLENGE 4: SMART MANUFACTURING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Proposed Solution: EcoCast AI Overview &amp;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93776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9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480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Three-Pillar Intelligence Suite</a:t>
            </a:r>
          </a:p>
          <a:p>
            <a:pPr>
              <a:spcBef>
                <a:spcPts val="200"/>
              </a:spcBef>
              <a:defRPr sz="1000" b="1">
                <a:solidFill>
                  <a:srgbClr val="009530"/>
                </a:solidFill>
              </a:defRPr>
            </a:pPr>
            <a:r>
              <a:t>ARCHITECTURE &amp; INNOVATION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Pillar 1: 3D Crucible Digital Twin: Live WebGL thermal model displaying real-time bath temperature incandescence and lid status warnings.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Pillar 2: Holding-Guard &amp; ToU Optimizer: Real-time financial ticker (₹/min and kg CO2/min) alerting operators the second molten metal sits idle. Auto-schedules heats into night off-peak windows.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Pillar 3: Verified Compliance &amp; ESCerts: Automatically creates export-ready PDF passports with SHA-256 digital seals, calculating EU CBAM duties and BEE PAT energy certificates.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Plug-and-Play Simplicity: Runs on edge hardware without halting ongoing factory operations.</a:t>
            </a:r>
          </a:p>
        </p:txBody>
      </p:sp>
      <p:pic>
        <p:nvPicPr>
          <p:cNvPr id="7" name="Picture 6" descr="fig2_solu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4864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530"/>
                </a:solidFill>
              </a:defRPr>
            </a:pPr>
            <a:r>
              <a:t>SCHNEIDER ELECTRIC YUVA YODHA 2026 • CHALLENGE 4: SMART MANUFACTURING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Operator User Journey: Synchronized Melting from Scrap to Ingot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93776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480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Shopfloor Pulpit Experience</a:t>
            </a:r>
          </a:p>
          <a:p>
            <a:pPr>
              <a:spcBef>
                <a:spcPts val="200"/>
              </a:spcBef>
              <a:defRPr sz="1000" b="1">
                <a:solidFill>
                  <a:srgbClr val="009530"/>
                </a:solidFill>
              </a:defRPr>
            </a:pPr>
            <a:r>
              <a:t>ACTIONABLE HUMAN-CENTERED DESIGN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Step 1 (Charge &amp; AI Ramp): Operator selects metal grade (Grey Iron 1450°C, SG Iron 1500°C, Steel 1550°C). AI recommends optimal multi-stage kW ramp to protect furnace coils.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Step 2 (Lid Cover Guard): Infrared sensor checks furnace lid. If left open past 1000°C, a high-priority banner alerts operator to close lid, saving 32.7 kWh.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Step 3 (Holding Guard Watchdog): When target temp is reached, if ladles aren't ready, audio-visual alarm flashes 'Holding Loss: ₹22.50/min'. Prompts crew to tap or drop power.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Step 4 (Tapping &amp; One-Click Audit): Crucible tilts, pours metal, and instantly issues a tamper-proof PDF compliance certificate.</a:t>
            </a:r>
          </a:p>
        </p:txBody>
      </p:sp>
      <p:pic>
        <p:nvPicPr>
          <p:cNvPr id="7" name="Picture 6" descr="fig3_operator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4864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530"/>
                </a:solidFill>
              </a:defRPr>
            </a:pPr>
            <a:r>
              <a:t>SCHNEIDER ELECTRIC YUVA YODHA 2026 • CHALLENGE 4: SMART MANUFACTURING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Technical Approach: Thermodynamics &amp; Tariff-Synchronized Melting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93776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9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480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Physics-Informed Optimization</a:t>
            </a:r>
          </a:p>
          <a:p>
            <a:pPr>
              <a:spcBef>
                <a:spcPts val="200"/>
              </a:spcBef>
              <a:defRPr sz="1000" b="1">
                <a:solidFill>
                  <a:srgbClr val="009530"/>
                </a:solidFill>
              </a:defRPr>
            </a:pPr>
            <a:r>
              <a:t>PHYSICS + AI HYBRID ENGINE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Sensible &amp; Latent Heat Physics: Accurately models specific heat capacity (Cp = 0.68 kJ/kg·K) and latent heat of fusion (270 kJ/kg for scrap iron).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Radiation Loss Formula: Calculates Stefan-Boltzmann heat escape (Q = ε·σ·A·T⁴) when the furnace cover remains open at 1500°C.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MSEDCL Time-of-Use Shift: Shifting batch start times from evening peak (18:00–22:00, +₹1.50/kWh penalty) to night off-peak (22:00–06:00, -₹1.50/kWh rebate) saves ₹3,750 per single heat!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Predictive AI Models: Scikit-learn Random Forest &amp; Gradient Boosting regressors predict exact minutes to tap within ±2.5 min.</a:t>
            </a:r>
          </a:p>
        </p:txBody>
      </p:sp>
      <p:pic>
        <p:nvPicPr>
          <p:cNvPr id="7" name="Picture 6" descr="fig4_tou_holdin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4864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530"/>
                </a:solidFill>
              </a:defRPr>
            </a:pPr>
            <a:r>
              <a:t>SCHNEIDER ELECTRIC YUVA YODHA 2026 • CHALLENGE 4: SMART MANUFACTURING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Strategic Fit: Extending EcoStruxure to 5,000+ MSME Foundries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The Enterprise vs MSME Market Gap</a:t>
            </a:r>
          </a:p>
          <a:p>
            <a:pPr>
              <a:spcBef>
                <a:spcPts val="200"/>
              </a:spcBef>
              <a:defRPr sz="1000" b="1">
                <a:solidFill>
                  <a:srgbClr val="009530"/>
                </a:solidFill>
              </a:defRPr>
            </a:pPr>
            <a:r>
              <a:t>MARKET EXPANSION OPPORTUNITY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Schneider's Existing Portfolio: EcoStruxure™ Power &amp; Process provides world-class energy monitoring for enterprise steel mills and large automotive plants.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The Untapped MSME Segment: India's 5,000+ MSME foundries cannot afford multi-crore enterprise SCADA deployments, yet consume massive high-tension power.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Critical Need: Lightweight, non-invasive digital intelligence that delivers immediate, proven payback without replacing physical switchgear.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SE Ventures Decarbonization Alignment: Directly satisfies Schneider's strategic mission to decarbonize industrial supply chains.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9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EcoCast as 'EcoStruxure Edge MSME Gateway'</a:t>
            </a:r>
          </a:p>
          <a:p>
            <a:pPr>
              <a:spcBef>
                <a:spcPts val="200"/>
              </a:spcBef>
              <a:defRPr sz="1000" b="1">
                <a:solidFill>
                  <a:srgbClr val="009530"/>
                </a:solidFill>
              </a:defRPr>
            </a:pPr>
            <a:r>
              <a:t>HARDWARE + SOFTWARE COMMERCIAL SYNERGY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Direct Hardware Integration: Pulls telemetry from Schneider EasyLogic™ PM5350 and PowerLogic™ ION9000 meters over standard Modbus-TCP (Port 502).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Hardware On-Ramp for Schneider: Every EcoCast software pilot creates immediate demand for Schneider smart meters, current transformers, and Altivar™ VFD drives.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True Industrial Edge Native: Packaged to run seamlessly on Schneider Harmony iPC or ultra-low-cost industrial Raspberry Pi gateways.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Future App Store Offering: Designed as a plug-and-play modular application on Schneider Electric Exchange.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530"/>
                </a:solidFill>
              </a:defRPr>
            </a:pPr>
            <a:r>
              <a:t>SCHNEIDER ELECTRIC YUVA YODHA 2026 • CHALLENGE 4: SMART MANUFACTURING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Statutory Compliance: EU CBAM Carbon Shield &amp; BEE PAT Trading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93776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480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Double Regulatory Dividend</a:t>
            </a:r>
          </a:p>
          <a:p>
            <a:pPr>
              <a:spcBef>
                <a:spcPts val="200"/>
              </a:spcBef>
              <a:defRPr sz="1000" b="1">
                <a:solidFill>
                  <a:srgbClr val="009530"/>
                </a:solidFill>
              </a:defRPr>
            </a:pPr>
            <a:r>
              <a:t>AUTOMATED REGULATORY LEDGERS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EU CBAM Compliance Shield: Indian national grid factor (CEA) is 0.82 kg CO2/kWh. EcoCast AI reduces furnace SEC from 820 kWh/t to 670 kWh/t, slashing embodied carbon from 2.15 tCO2/t down to 1.76 tCO2/t.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Customs Immunity: Keeps export carbon intensity below punitive EU benchmarks, saving exporters ~₹22.5 Lakhs annually in European cross-border levies.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BEE PAT ESCerts Generation: Designated Consumers exceeding BEE Specific Energy Consumption targets earn tradeable ESCerts (1 ESCert = 1 Mtoe energy saved).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Direct Trading Revenue: Valued at ~₹2,150/ESCert on the Indian Energy Exchange (IEX), adding liquid annual income.</a:t>
            </a:r>
          </a:p>
        </p:txBody>
      </p:sp>
      <p:pic>
        <p:nvPicPr>
          <p:cNvPr id="7" name="Picture 6" descr="fig5_cbam_carb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4864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530"/>
                </a:solidFill>
              </a:defRPr>
            </a:pPr>
            <a:r>
              <a:t>SCHNEIDER ELECTRIC YUVA YODHA 2026 • CHALLENGE 4: SMART MANUFACTURING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Quantified ROI: 6.7-Month Payback for a Typical MSME Foundry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93776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9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480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Financial Impact (2,500 MT/year Plant)</a:t>
            </a:r>
          </a:p>
          <a:p>
            <a:pPr>
              <a:spcBef>
                <a:spcPts val="200"/>
              </a:spcBef>
              <a:defRPr sz="1000" b="1">
                <a:solidFill>
                  <a:srgbClr val="009530"/>
                </a:solidFill>
              </a:defRPr>
            </a:pPr>
            <a:r>
              <a:t>VERIFIED FINANCIAL MODEL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Eliminating Holding Loss: Saving 30 min idle holding per heat saves 216,000 kWh/year = ₹18.4 Lakhs/yr.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Night Tariff Shifting: Moving 25% of heats into night rebate windows saves ₹9.3 Lakhs/yr.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Radiation Cover Discipline: Enforcing lid closure saves 52,300 kWh/year = ₹4.4 Lakhs/yr.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BEE ESCert Trading: Generating 200+ ESCerts earns +₹4.3 Lakhs/yr.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Total Annual Economic Gain: ₹36.4 Lakhs / year.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Total Upfront Deployment: ₹2.0 Lakhs (Hardware + Gateway + Software Setup).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Net Payback Period: Just 6.7 Months!</a:t>
            </a:r>
          </a:p>
        </p:txBody>
      </p:sp>
      <p:pic>
        <p:nvPicPr>
          <p:cNvPr id="7" name="Picture 6" descr="fig6_financial_roi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4864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530"/>
                </a:solidFill>
              </a:defRPr>
            </a:pPr>
            <a:r>
              <a:t>SCHNEIDER ELECTRIC YUVA YODHA 2026 • CHALLENGE 4: SMART MANUFACTURING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Implementation Roadmap: From Kolhapur Pilot to Cluster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011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Q1: Pilot Baseline</a:t>
            </a:r>
          </a:p>
          <a:p>
            <a:pPr>
              <a:spcBef>
                <a:spcPts val="200"/>
              </a:spcBef>
              <a:defRPr sz="1000" b="1">
                <a:solidFill>
                  <a:srgbClr val="009530"/>
                </a:solidFill>
              </a:defRPr>
            </a:pPr>
            <a:r>
              <a:t>PHASE 1 (MONTHS 1–3)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Hardware Calibration: Deploy edge gateways in 3 Kolhapur foundries with Schneider PM5350 meters.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Baseline Telemetry: Log 100 heat cycles across SG iron and grey iron grades.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Zero-Interruption Test: Validate non-invasive Modbus read-only polling.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68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645920"/>
            <a:ext cx="2011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Q2: Pulpit Rollout</a:t>
            </a:r>
          </a:p>
          <a:p>
            <a:pPr>
              <a:spcBef>
                <a:spcPts val="200"/>
              </a:spcBef>
              <a:defRPr sz="1000" b="1">
                <a:solidFill>
                  <a:srgbClr val="009530"/>
                </a:solidFill>
              </a:defRPr>
            </a:pPr>
            <a:r>
              <a:t>PHASE 2 (MONTHS 4–6)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HMI Tablets: Install rugged operator touchscreens on melting control pulpits.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Operator Training: Train crews to respond to Holding-Guard audio/visual alerts.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EU CBAM Trial: Generate first automated batch certificates for export shipments.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468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2011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Q3: Cluster Scaling</a:t>
            </a:r>
          </a:p>
          <a:p>
            <a:pPr>
              <a:spcBef>
                <a:spcPts val="200"/>
              </a:spcBef>
              <a:defRPr sz="1000" b="1">
                <a:solidFill>
                  <a:srgbClr val="009530"/>
                </a:solidFill>
              </a:defRPr>
            </a:pPr>
            <a:r>
              <a:t>PHASE 3 (MONTHS 7–9)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KEA Partnership: Partner with Kolhapur Engineering Association &amp; BEE.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Onboard 50 Units: Roll out software across 50 regional foundries in Kolhapur &amp; Belgaum.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Multi-Furnace Cloud: Provide owners aggregate multi-furnace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463040"/>
            <a:ext cx="2468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9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645920"/>
            <a:ext cx="2011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Q4: Schneider Ecosystem</a:t>
            </a:r>
          </a:p>
          <a:p>
            <a:pPr>
              <a:spcBef>
                <a:spcPts val="200"/>
              </a:spcBef>
              <a:defRPr sz="1000" b="1">
                <a:solidFill>
                  <a:srgbClr val="009530"/>
                </a:solidFill>
              </a:defRPr>
            </a:pPr>
            <a:r>
              <a:t>PHASE 4 (MONTHS 10–12)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Schneider Exchange: Certify and publish application on Schneider Electric Exchange.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Hardware Bundles: Co-package EcoCast with Schneider Harmony edge gateways.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Pan-India Reach: Expand to Coimbatore, Rajkot, and Ludhiana casting hubs.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530"/>
                </a:solidFill>
              </a:defRPr>
            </a:pPr>
            <a:r>
              <a:t>SCHNEIDER ELECTRIC YUVA YODHA 2026 • CHALLENGE 4: SMART MANUFACTURING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Demonstrated Feasibility: Working Full-Stack System Live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1. Real-Time 3D Digital Twin</a:t>
            </a:r>
          </a:p>
          <a:p>
            <a:pPr>
              <a:spcBef>
                <a:spcPts val="200"/>
              </a:spcBef>
              <a:defRPr sz="1000" b="1">
                <a:solidFill>
                  <a:srgbClr val="009530"/>
                </a:solidFill>
              </a:defRPr>
            </a:pPr>
            <a:r>
              <a:t>FRONTEND ENGINEERING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Production-Ready Front-End: Built with React 19, Vite, Three.js WebGL, and Tailwind CSS.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Live Thermal Physics: Real-time visual incandescence reflecting molten bath temperatures from 25°C to 1600°C.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Interactive Controls: Real-time buttons to simulate scrap charging, power ramp setpoints, lid opening, and tapping tilt.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Sub-Second Latency: 1 Hz telemetry streaming over native WebSockets.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High-Performance Backend</a:t>
            </a:r>
          </a:p>
          <a:p>
            <a:pPr>
              <a:spcBef>
                <a:spcPts val="200"/>
              </a:spcBef>
              <a:defRPr sz="1000" b="1">
                <a:solidFill>
                  <a:srgbClr val="009530"/>
                </a:solidFill>
              </a:defRPr>
            </a:pPr>
            <a:r>
              <a:t>BACKEND &amp; IOT INGESTION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Asynchronous Python 3.13: Built on FastAPI and Uvicorn for ultra-low latency.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Industrial Modbus Engine: Full Schneider PM5350 / ION9000 protocol parsing over TCP/IP.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Scikit-Learn Predictive Model: Trained ML inference pipeline estimating batch completion within ±2.5 min.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Statutory Tariff Engine: MSEDCL HT-II industrial tariff schedule logic with automated off-peak detection.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9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3. Automated Audit Engine</a:t>
            </a:r>
          </a:p>
          <a:p>
            <a:pPr>
              <a:spcBef>
                <a:spcPts val="200"/>
              </a:spcBef>
              <a:defRPr sz="1000" b="1">
                <a:solidFill>
                  <a:srgbClr val="009530"/>
                </a:solidFill>
              </a:defRPr>
            </a:pPr>
            <a:r>
              <a:t>STATUTORY VERIFICATION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Instant Vector PDF Generation: ReportLab engine producing formal Form CA-26 certificates in &lt; 500 ms.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Cryptographic SHA-256 Stamp: Unique digital fingerprint sealing batch mass, SEC, and EU CBAM duty metrics.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Audit Ledger: Exportable CSV and JSON records ready for European customs and BEE PAT accreditation.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Cloud &amp; Edge Deployable: Tested on Render, Vercel, and local Docker containers.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530"/>
                </a:solidFill>
              </a:defRPr>
            </a:pPr>
            <a:r>
              <a:t>SCHNEIDER ELECTRIC YUVA YODHA 2026 • CHALLENGE 4: SMART MANUFACTURING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Team &amp; Conclusion: Ready to Power India's Green MSME Transition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Project Team (IIPE)</a:t>
            </a:r>
          </a:p>
          <a:p>
            <a:pPr>
              <a:spcBef>
                <a:spcPts val="200"/>
              </a:spcBef>
              <a:defRPr sz="1000" b="1">
                <a:solidFill>
                  <a:srgbClr val="009530"/>
                </a:solidFill>
              </a:defRPr>
            </a:pPr>
            <a:r>
              <a:t>DOMAIN-ENGINEERED CAPABILITIES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Deepak R (Team Lead):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  • Systems architecture, full-stack edge computing, and Three.js 3D WebGL digital twin engineering.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  • Industrial Modbus-TCP / MQTT protocol integration and real-time WebSocket pipelines.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Saranya Dutta (Team Member):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  • Chemical Engineering, Indian Institute of Petroleum and Energy (IIPE).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  • Student Roll No: 23CH10028 | saranyadutta@iipe.ac.in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  • Process thermodynamics, metal fusion heat balances, SEC energy benchmarking, and EU CBAM/BEE statutory compliance modeling.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9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Why EcoCast AI Wins Challenge 4</a:t>
            </a:r>
          </a:p>
          <a:p>
            <a:pPr>
              <a:spcBef>
                <a:spcPts val="200"/>
              </a:spcBef>
              <a:defRPr sz="1000" b="1">
                <a:solidFill>
                  <a:srgbClr val="009530"/>
                </a:solidFill>
              </a:defRPr>
            </a:pPr>
            <a:r>
              <a:t>WINNING VALUE PROPOSITION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1. Solves a Real ₹14 Crore Problem: Targets the specific 12–18% operational decision waste in India's highest-power MSME sector.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2. Working Code, Not Just Slides: Full working digital twin, Modbus telemetry driver, and PDF certificate generator ready to inspect.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3. Clear Schneider Electric Synergy: Drives customer adoption of Schneider PM5350 meters, Harmony edge gateways, and Altivar drives.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•  4. Unbeatable Business Case: Proven 6.7-month payback for foundry owners, protecting India's export competitiveness under EU CBAM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