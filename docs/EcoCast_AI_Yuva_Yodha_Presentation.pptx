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DCD58"/>
                </a:solidFill>
              </a:defRPr>
            </a:pPr>
            <a:r>
              <a:t>SCHNEIDER ELECTRIC YUVA YODHA ENERGY TECH HACKATHON 2026</a:t>
            </a:r>
          </a:p>
          <a:p>
            <a:pPr>
              <a:spcBef>
                <a:spcPts val="1000"/>
              </a:spcBef>
              <a:defRPr sz="4800" b="1">
                <a:solidFill>
                  <a:srgbClr val="F1F5F9"/>
                </a:solidFill>
              </a:defRPr>
            </a:pPr>
            <a:r>
              <a:t>EcoCast AI</a:t>
            </a:r>
          </a:p>
          <a:p>
            <a:pPr>
              <a:spcBef>
                <a:spcPts val="800"/>
              </a:spcBef>
              <a:defRPr sz="1800">
                <a:solidFill>
                  <a:srgbClr val="38BDF8"/>
                </a:solidFill>
              </a:defRPr>
            </a:pPr>
            <a:r>
              <a:t>Production-Aware AI Digital Twin &amp; Tariff-Synchronized Melting Optimizer for MSME Foundries</a:t>
            </a:r>
          </a:p>
          <a:p>
            <a:pPr>
              <a:spcBef>
                <a:spcPts val="2500"/>
              </a:spcBef>
              <a:defRPr sz="1300">
                <a:solidFill>
                  <a:srgbClr val="94A3B8"/>
                </a:solidFill>
              </a:defRPr>
            </a:pPr>
            <a:r>
              <a:t>Challenge 4: Smart Manufacturing — Industrial Energy &amp; Process Efficiency</a:t>
            </a:r>
            <a:br/>
            <a:r>
              <a:t>Benchmark Context: Kolhapur MSME Foundry Cluster, Maharashtra</a:t>
            </a:r>
            <a:br/>
            <a:r>
              <a:t>Team: Deepak R (Team Lead) &amp; Saranya Dutta (IIPE)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The Problem: Decision-Level Energy Waste in India's MSME Foundries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Kolhapur Cluster Baseline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300+ MSME units producing 600,000 tonnes of automotive castings annually.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Consumes ~166,910 tonnes of oil equivalent (toe) annually.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Energy represents 30% to 50% of total manufacturing costs.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Induction melting furnaces consume over 70% of total plant power.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Average Specific Energy Consumption (SEC): 780 to 900 kWh/t.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The 9–45% Decision-Level Waste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Unsynchronized Melting: Molten metal at 1520°C idles 20–60 min waiting for ladles, burning 120–150 kWh every idle hour.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Time-of-Use Blindness: Melting during evening peak surcharge hours (+₹1.50/unit) instead of night off-peak windows (-₹1.50/unit).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Crucible Radiation Leak: Operating without automated lid covers wastes 32.7 kWh per batch.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Diagnosis: Not an equipment deficit—an intelligence and decision-support gap.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Why It Matters Now: Single-Digit Margins &amp; EU CBAM Carbon Tariffs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Thin Profit Margins (4–8%)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Foundry survival depends on unit electricity costs.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 10% reduction in power consumption directly doubles foundry operating profit margins.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Energy bills reach up to 19% of total turnover in typical Kolhapur units.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Payback periods for operational energy savings are proven to be under 6–12 months.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EU CBAM Enforcement (2026 Crisis)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Nearly 30% of Kolhapur's castings are exported to EU, US, and Middle East markets.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Full CBAM implementation began in 2026, penalizing high carbon intensity.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Indian steel emits ~2.5 tCO2/t versus the EU benchmark of 1.5 tCO2/t.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Non-compliant exporters face carbon tariffs of €79.68/tCO2 (up to €173/t steel duty).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Verifiable Scope 2 carbon auditing is now mandatory to protect export revenue.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Strategic Fit: Extending EcoStruxure to 5,000+ MSME Foundries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The Enterprise vs MSME Gap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Schneider's EcoStruxure™ Power &amp; Process serves enterprise facilities with multi-crore instrumentation budgets.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India's 5,000+ MSME manufacturing units cannot afford or absorb heavy enterprise SCADA platforms.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They have thin capital, yet consume massive electrical loads and desperately require decision intelligence.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EcoCast as the 'EcoStruxure Edge MSME Gateway'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Non-invasive software layer connecting directly to Schneider EasyLogic™ PM5350 and PowerLogic™ ION meters via Modbus-TCP.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Turns raw meter telemetry into actionable furnace operational decisions.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Creates a recurring hardware on-ramp for Schneider smart meters, variable speed drives (Altivar), and edge gateways.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Directly aligns with SE Ventures' thesis on industrial decarbonization.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The Proposed Solution: EcoCast AI Overview &amp; Core Innovation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1. 3D Digital Twin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Three.js WebGL visualization of crucible thermal gradient.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Real-time dynamic incandescence based on pyrometer bath temp.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Visual warning waves when insulated lid is open (+32.7 kW loss).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Hydraulic tilting animation during metal tapping.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2. Holding Guard &amp; ToU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Watchdog detects when metal reaches 1520°C but is held idle.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Real-time burn ticker: ₹/minute and kg CO2/min wasted.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MSEDCL tariff optimizer recommends optimal batch start times to hit night rebate window (-₹1.50/unit).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3. Verified Certification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Auto-generates Form CA-26 compliance certificates upon tapping.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Cryptographic SHA-256 digital stamp for tamper-proof audits.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Quantifies EU CBAM duty savings in Euros (€) and INR (₹).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Calculates BEE PAT ESCerts for IEX exchange trading.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Operator User Journey: Synchronized Melting from Scrap to Ingot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Phase 1: Charge &amp; Ramp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1.5 MT scrap loaded.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AI recommends 3-stage power ramp setpoint (720 kW -&gt; 520 kW -&gt; 640 kW).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Minimizes peak demand charges and refractory thermal shock.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Phase 2: Radiation Guard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Bath temperature exceeds 1000°C.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System alerts if insulated lid is open.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Preserves 32.7 kWh radiation energy per heat cycle.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Phase 3: Holding Guard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Bath hits 1520°C tapping temp.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If crane is delayed, red alarm flashes.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Live burn rate ticker (₹22.5/min) prompts crew to pour or ramp down.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Phase 4: Tap &amp; Certify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Crucible tilts and pours.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Digital weighbridge logs net tonnage.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Form CA-26 PDF/CSV certificate auto-generated with SHA-256 seal.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Technical Architecture: Edge-Native Industrial IoT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Hardware &amp; Edge Ingestion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Schneider EasyLogic™ PM5350 / PowerLogic™ ION meters connected via Modbus-TCP (Port 502).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Ingests active power (kW), reactive power (kVAR), power factor, and voltage.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Optical infrared pyrometer feeding 4–20 mA melt bath temperature.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Runs on edge hardware: Raspberry Pi 4/5, Schneider Harmony iPC, or standard industrial PC.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Backend Engine &amp; WebSockets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FastAPI (Python 3.13) asynchronous gateway.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WebSockets streaming 1 Hz real-time telemetry packets (/ws/telemetry).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Thermodynamic physics simulator modeling latent heat of fusion (270 kJ/kg) and convective/radiation losses.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ReportLab vector engine generating digitally stamped PDF audit certificates.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Machine Learning Engine: Physics-Informed Predictive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Dataset &amp; Training Pipeline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Calibrated with UCI Steel Industry Energy Dataset (35,040 intervals) and real foundry heat records.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Features: Scrap mass (kg), initial temp (°C), target temp (°C), power ramp trajectory, lid cover fraction, and ambient temp.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Models: Scikit-learn RandomForestRegressor and GradientBoostingRegressor pipelines.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Inference Outputs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Estimated Time to Tap (Minutes remaining): Gradient Boosting model predicting completion time within ±2.5 minutes.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Predicted Specific Energy Consumption (SEC in kWh/t): Random Forest predicting total batch energy consumption.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Optimal Power Ramp: Recommends multi-stage setpoints to shave peak demand without delaying tap schedule.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Statutory Compliance: EU CBAM Carbon Shield &amp; BEE PAT Trading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EU CBAM Carbon Shield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Statutory Equation: Embodied Scope 2 Carbon = SEC x 0.82 kg CO2/kWh (CEA India Baseline).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Demonstrates total casting carbon intensity of ~0.71 tCO2/t (well below EU 1.50 tCO2/t threshold).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Shields Kolhapur exporters against €79.68/tCO2 (~₹7,450/t) in European border tariffs.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Generates export-ready customs verification certificates with SHA-256 cryptographic seals.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BEE PAT Scheme Revenue (ESCerts)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Complies with India's Energy Conservation Act, 2001 for Designated Consumers.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Converts verified energy savings into ESCerts (1 ESCert = 1 Mtoe saved).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Live valuation on the Indian Energy Exchange (IEX) at ~₹2,150 per ESCert.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Unlocks +₹7.1 Lakhs/year in liquid trading assets for a typical 2,500 MT foundry.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Demonstrable ROI: 6-Month Payback for a Typical MSME Foundry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Annual Savings Breakdown (2,500 MT/year Foundry)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Holding Time Elimination (30 min/heat): Saves 216,000 kWh = ₹18.4 Lakhs/year.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Time-of-Use Night Tariff Shift (25% load): Saves ₹9.3 Lakhs/year in rebates.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Lid Automation &amp; Cover Adherence: Saves 52,300 kWh = ₹4.4 Lakhs/year in radiation.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Total Annual Energy Bill Savings: ₹32 Lakhs to ₹45 Lakhs (12% to 18% reduction).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Software + Gateway Investment: ~₹1.5 Lakhs (Payback &lt; 6 months).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Macro Environmental &amp; Cluster Impact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Avoided Carbon Emissions: 350 to 500 tonnes of CO2 per foundry per year.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Cluster-wide Impact across Kolhapur's 300 units: ₹14 Crore annual savings.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National Scaling across 5,000 MSME foundries: &gt;150,000 tonnes of avoided CO2 annually.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Protects international market access against incoming CBAM import duties.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Implementation Roadmap: From Pilot to Cluster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Q1: Pilot Deployment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Deploy edge gateways in 3 Kolhapur foundries.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Calibrate Modbus polling with Schneider PM5350 meters.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Validate baseline SEC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Q2: Shopfloor Loop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Install mobile HMI tablets on furnace pulpits.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Implement holding-guard alarms with operator training.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First CBAM audit exports for EU shipments.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Q3: Cluster Rollout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Partner with Kolhapur Engineering Association (KEA) &amp; BEE.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Onboard 50 MSME foundries across Kolhapur &amp; Belgaum.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Cloud analytics dashboard for multi-furnace plants.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Q4: Schneider Ecosystem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Publish as certified app on Schneider Electric Exchange.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Integration with Schneider edge box bundles.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Expand to Coimbatore, Rajkot, and Belgaum clusters.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CD58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Team &amp; Conclusion: Ready to Power India's Green MSME Transition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Team Members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Deepak R (Team Lead): Systems engineering, edge computing, full-stack architectures, 3D WebGL digital twins, and industrial Modbus/MQTT IoT protocols.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Saranya Dutta (Team Member): Indian Institute of Petroleum and Energy (IIPE), Roll No: 23CH10028 (saranyadutta@iipe.ac.in). Chemical process engineering, thermodynamic energy balances, SEC benchmarking, and CBAM/BEE compliance modeling.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722"/>
          </a:solidFill>
          <a:ln w="19050">
            <a:solidFill>
              <a:srgbClr val="3DC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Why EcoCast AI Wins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Working Full-Stack Software: Complete FastAPI + Three.js 3D twin running live right now.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Proven Mathematical Foundation: Built on documented BEE Kolhapur case studies &amp; CEA grid standards.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Schneider Electric Hardware Synergy: Directly drives Schneider energy meter and drive adoption.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Verifiable ROI: Sub-6-month payback solving India's most urgent industrial decarbonization challenge.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